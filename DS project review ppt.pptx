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816992030230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link.springer.com/article/10.1007/s44279-025-00215-6" TargetMode="External"/><Relationship Id="rId4" Type="http://schemas.openxmlformats.org/officeDocument/2006/relationships/hyperlink" Target="https://www.mdpi.com/1424-8220/18/8/2674?pg=4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4645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 11-09-2026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956353"/>
              </p:ext>
            </p:extLst>
          </p:nvPr>
        </p:nvGraphicFramePr>
        <p:xfrm>
          <a:off x="8193271" y="4898509"/>
          <a:ext cx="3702050" cy="143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No: 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nl-NL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 Teja                  2420030737</a:t>
                      </a:r>
                    </a:p>
                    <a:p>
                      <a:pPr marL="0" algn="l" defTabSz="914400" rtl="0" eaLnBrk="1" latinLnBrk="0" hangingPunct="1"/>
                      <a:r>
                        <a:rPr lang="nl-NL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 Bhargav           2420030754</a:t>
                      </a:r>
                    </a:p>
                    <a:p>
                      <a:pPr marL="0" algn="l" defTabSz="914400" rtl="0" eaLnBrk="1" latinLnBrk="0" hangingPunct="1"/>
                      <a:r>
                        <a:rPr lang="nl-NL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K.v.s Jaswant       2420030467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936020"/>
              </p:ext>
            </p:extLst>
          </p:nvPr>
        </p:nvGraphicFramePr>
        <p:xfrm>
          <a:off x="-795813" y="4774125"/>
          <a:ext cx="5902325" cy="1579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 (Data Science),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838200" y="16064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838200" y="1844485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Yield Prediction Using Machine Learning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73321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>
                  <a:solidFill>
                    <a:schemeClr val="bg1"/>
                  </a:solidFill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68768" y="2248842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indent="-342900">
                <a:lnSpc>
                  <a:spcPct val="150000"/>
                </a:lnSpc>
                <a:spcBef>
                  <a:spcPts val="0"/>
                </a:spcBef>
                <a:buSzPts val="2520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550000"/>
            <a:ext cx="1063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Crop yield depends on a complex interaction of environmental, soil, and farming factors, making it difficult for traditional experience-based methods to produce accurate estimates.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Traditional yield estimation relies heavily on farmer experience and historical averages, and often fails to capture how multiple factors act together.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Key factors such as rainfall, temperature, humidity, soil conditions, and fertilizer usage all affect yield, but are rarely analyzed in combination.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Farmers and agricultural planners need data-driven, evidence-based predictions to support decisions on crop selection, resource allocation, and farm management.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A systematic approach — combining data preprocessing, exploratory analysis, and machine learning — is needed to model these relationships and generate reliable yield predictions.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550000"/>
            <a:ext cx="1063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Collect and pre-process the agricultural dataset — handling missing/inconsistent values and encoding categorical variables such as crop type and soil condition.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Perform exploratory data analysis (EDA) to study relationships between crop yield and factors like rainfall, temperature, humidity, soil, and fertilizer usage.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Use visualizations (Matplotlib / Seaborn) to identify patterns, correlations, and trends within the dataset.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Apply feature selection to identify the attributes that most significantly influence crop yield.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Train and evaluate suitable machine learning algorithms (via scikit-learn) to predict crop yield accurately.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500">
                <a:solidFill>
                  <a:srgbClr val="000000"/>
                </a:solidFill>
                <a:latin typeface="Calibri"/>
              </a:rPr>
              <a:t>Generate data-based insights and visualizations that support informed agricultural planning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457658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Van 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Klompenburg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 et al. 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(2020)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  <a:hlinkClick r:id="rId3"/>
                        </a:rPr>
                        <a:t>Crop yield prediction using machine learning: A systematic literature review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Systematically reviewed 50 ML-based and 30 deep-learning-based crop yield studies drawn from six electronic databases.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Random Forest and Artificial Neural Networks were the most widely used algorithms; temperature, rainfall, and soil type were the most influential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Results vary widely across crops and regions, and the field still lacks a unified benchmark dataset for fair comparison.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Liakos et al. 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(2018)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  <a:hlinkClick r:id="rId4"/>
                        </a:rPr>
                        <a:t>Machine learning in agriculture: A review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Surveyed ML applications across crop, livestock, water, and soil management use cases in agriculture.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Models such as SVM and ANN show strong potential for yield estimation, but performance depends heavily on data quality.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Limited real-time, real-field deployment; most studies remain confined to controlled or historical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Shook et al. 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(2025)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  <a:hlinkClick r:id="rId5"/>
                        </a:rPr>
                        <a:t>Maize and soybean yield prediction using machine learning methods: A systematic literature review</a:t>
                      </a:r>
                      <a:endParaRPr sz="12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Reviewed studies using Random Forest, ANN, SVM, and XGBoost with weather, soil, and vegetation-index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Temperature, precipitation, historical yield, NDVI, and soil pH were the most consistently useful predictors.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Few studies combine all these feature types together, and cross-crop generalizability remains largely untested.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550000"/>
            <a:ext cx="1063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 dirty="0">
                <a:solidFill>
                  <a:srgbClr val="000000"/>
                </a:solidFill>
                <a:latin typeface="Calibri"/>
              </a:rPr>
              <a:t>Existing work often analyzes individual factors (e.g., only rainfall or only soil) in isolation, rather than jointly examining rainfall, temperature, soil, and fertilizer usage together.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 dirty="0">
                <a:solidFill>
                  <a:srgbClr val="000000"/>
                </a:solidFill>
                <a:latin typeface="Calibri"/>
              </a:rPr>
              <a:t>Many approaches skip a structured feature-selection step, leaving it unclear which attributes genuinely drive yield outcomes.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 dirty="0">
                <a:solidFill>
                  <a:srgbClr val="000000"/>
                </a:solidFill>
                <a:latin typeface="Calibri"/>
              </a:rPr>
              <a:t>Exploratory data analysis and visualization are often treated as an afterthought rather than a core step for understanding agricultural datasets.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 dirty="0">
                <a:solidFill>
                  <a:srgbClr val="000000"/>
                </a:solidFill>
                <a:latin typeface="Calibri"/>
              </a:rPr>
              <a:t>Model evaluation in many studies is limited to a single algorithm, without systematically comparing multiple ML approaches for the given data.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 dirty="0">
                <a:solidFill>
                  <a:srgbClr val="000000"/>
                </a:solidFill>
                <a:latin typeface="Calibri"/>
              </a:rPr>
              <a:t>Few projects translate the analysis into clear, decision-ready insights for farmers and agricultural planners.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550000"/>
            <a:ext cx="1063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Brings together multiple factors — crop type, rainfall, temperature, humidity, soil conditions, and fertilizer usage — into a single, unified analysis rather than studying them in isolation.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Uses structured exploratory data analysis and visualization (Matplotlib/Seaborn) to surface patterns before any model is built, keeping the modeling stage evidence-driven.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Applies feature selection to identify which attributes most strongly influence yield, keeping the final model both accurate and interpretable.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Compares multiple scikit-learn algorithms and evaluates them systematically, rather than committing to a single model upfront.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Calibri"/>
              </a:rPr>
              <a:t>Organized as two complementary modules — data collection/preprocessing and analysis/visualization — enabling a clean, well-structured pipeline from raw data to actionable insight.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860" y="1400000"/>
            <a:ext cx="1063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Calibri"/>
              </a:rPr>
              <a:t>The project is technically feasible using freely available tools and datasets. Python is the primary language, with Pandas and NumPy for data handling, Matplotlib and Seaborn for visualization, and scikit-learn for model training and evaluation — all developed in Jupyter Notebook / Google Colab. Agricultural datasets are available from public sources such as government portals and Kaggle, and no specialized hardware is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450000"/>
            <a:ext cx="6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472C4"/>
                </a:solidFill>
                <a:latin typeface="Calibri"/>
              </a:rPr>
              <a:t>Project Timeline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4860" y="2950000"/>
          <a:ext cx="10630000" cy="35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60000" marR="60000" marT="30000" marB="300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Activities</a:t>
                      </a:r>
                    </a:p>
                  </a:txBody>
                  <a:tcPr marL="60000" marR="60000" marT="30000" marB="300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60000" marR="60000" marT="30000" marB="30000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Requirement Gathering &amp; Literature Review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Study existing work; finalize data sources and tools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1–2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Data Collection &amp; Preprocessing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Gather dataset; clean, encode, and handle missing values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3–4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Exploratory Data Analysis &amp; Visualization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Study correlations using charts and statistical summaries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5–6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Feature Selection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Identify attributes most influential to crop yield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 7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Model Development &amp; Training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Train scikit-learn ML models on the prepared dataset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8–9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Evaluation &amp; Comparison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Compare models and select the best-performing one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10–11</a:t>
                      </a:r>
                    </a:p>
                  </a:txBody>
                  <a:tcPr marL="60000" marR="60000" marT="30000" marB="3000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7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Insight Generation &amp; Final Review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Summarize results into insights; report writing &amp; presentation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Weeks 12–13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1004</Words>
  <Application>Microsoft Office PowerPoint</Application>
  <PresentationFormat>Widescreen</PresentationFormat>
  <Paragraphs>114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Teja Darapu</cp:lastModifiedBy>
  <cp:revision>35</cp:revision>
  <dcterms:created xsi:type="dcterms:W3CDTF">2026-08-08T06:33:56Z</dcterms:created>
  <dcterms:modified xsi:type="dcterms:W3CDTF">2026-09-11T04:22:20Z</dcterms:modified>
</cp:coreProperties>
</file>